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03CE17-96E0-771F-0CD5-1F3374D74629}" v="117" dt="2026-04-08T16:17:24.258"/>
    <p1510:client id="{816EDE3B-792C-EBB8-D957-D7E36AC57F99}" v="2" dt="2026-04-09T06:55:43.957"/>
    <p1510:client id="{E40A1767-771E-D744-9DF6-B9535F8F7174}" v="4" dt="2026-04-07T08:27:47.636"/>
    <p1510:client id="{F35FD99E-9696-20A7-068B-8D4EA970F77A}" v="15" dt="2026-04-07T12:55:53.9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98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hita Singhal" userId="S::25092003@geu.ac.in::c89ea9ff-6ea9-4e10-b3aa-fefaf9599199" providerId="AD" clId="Web-{E40A1767-771E-D744-9DF6-B9535F8F7174}"/>
    <pc:docChg chg="modSld">
      <pc:chgData name="Ishita Singhal" userId="S::25092003@geu.ac.in::c89ea9ff-6ea9-4e10-b3aa-fefaf9599199" providerId="AD" clId="Web-{E40A1767-771E-D744-9DF6-B9535F8F7174}" dt="2026-04-07T08:27:47.636" v="3" actId="1076"/>
      <pc:docMkLst>
        <pc:docMk/>
      </pc:docMkLst>
      <pc:sldChg chg="modSp">
        <pc:chgData name="Ishita Singhal" userId="S::25092003@geu.ac.in::c89ea9ff-6ea9-4e10-b3aa-fefaf9599199" providerId="AD" clId="Web-{E40A1767-771E-D744-9DF6-B9535F8F7174}" dt="2026-04-07T08:27:47.636" v="3" actId="1076"/>
        <pc:sldMkLst>
          <pc:docMk/>
          <pc:sldMk cId="121223606" sldId="270"/>
        </pc:sldMkLst>
        <pc:spChg chg="mod">
          <ac:chgData name="Ishita Singhal" userId="S::25092003@geu.ac.in::c89ea9ff-6ea9-4e10-b3aa-fefaf9599199" providerId="AD" clId="Web-{E40A1767-771E-D744-9DF6-B9535F8F7174}" dt="2026-04-07T08:27:25.352" v="0" actId="1076"/>
          <ac:spMkLst>
            <pc:docMk/>
            <pc:sldMk cId="121223606" sldId="270"/>
            <ac:spMk id="75" creationId="{5BBAA9FE-14A6-3635-BDE0-21E75B60255D}"/>
          </ac:spMkLst>
        </pc:spChg>
        <pc:grpChg chg="mod">
          <ac:chgData name="Ishita Singhal" userId="S::25092003@geu.ac.in::c89ea9ff-6ea9-4e10-b3aa-fefaf9599199" providerId="AD" clId="Web-{E40A1767-771E-D744-9DF6-B9535F8F7174}" dt="2026-04-07T08:27:47.636" v="3" actId="1076"/>
          <ac:grpSpMkLst>
            <pc:docMk/>
            <pc:sldMk cId="121223606" sldId="270"/>
            <ac:grpSpMk id="47" creationId="{1E9CDC51-FF0E-F171-6762-BB19A05B4D8E}"/>
          </ac:grpSpMkLst>
        </pc:grpChg>
        <pc:grpChg chg="mod">
          <ac:chgData name="Ishita Singhal" userId="S::25092003@geu.ac.in::c89ea9ff-6ea9-4e10-b3aa-fefaf9599199" providerId="AD" clId="Web-{E40A1767-771E-D744-9DF6-B9535F8F7174}" dt="2026-04-07T08:27:33.994" v="1" actId="1076"/>
          <ac:grpSpMkLst>
            <pc:docMk/>
            <pc:sldMk cId="121223606" sldId="270"/>
            <ac:grpSpMk id="49" creationId="{18150B14-0B49-9E22-C961-786A40F27A84}"/>
          </ac:grpSpMkLst>
        </pc:grpChg>
        <pc:picChg chg="mod">
          <ac:chgData name="Ishita Singhal" userId="S::25092003@geu.ac.in::c89ea9ff-6ea9-4e10-b3aa-fefaf9599199" providerId="AD" clId="Web-{E40A1767-771E-D744-9DF6-B9535F8F7174}" dt="2026-04-07T08:27:41.448" v="2" actId="1076"/>
          <ac:picMkLst>
            <pc:docMk/>
            <pc:sldMk cId="121223606" sldId="270"/>
            <ac:picMk id="46" creationId="{21A2EF52-784B-5BFA-EB88-FB9E7588BFF8}"/>
          </ac:picMkLst>
        </pc:picChg>
      </pc:sldChg>
    </pc:docChg>
  </pc:docChgLst>
  <pc:docChgLst>
    <pc:chgData name="Ishita Singhal" userId="S::25092003@geu.ac.in::c89ea9ff-6ea9-4e10-b3aa-fefaf9599199" providerId="AD" clId="Web-{F35FD99E-9696-20A7-068B-8D4EA970F77A}"/>
    <pc:docChg chg="modSld">
      <pc:chgData name="Ishita Singhal" userId="S::25092003@geu.ac.in::c89ea9ff-6ea9-4e10-b3aa-fefaf9599199" providerId="AD" clId="Web-{F35FD99E-9696-20A7-068B-8D4EA970F77A}" dt="2026-04-07T12:55:53.913" v="14" actId="20577"/>
      <pc:docMkLst>
        <pc:docMk/>
      </pc:docMkLst>
      <pc:sldChg chg="modSp">
        <pc:chgData name="Ishita Singhal" userId="S::25092003@geu.ac.in::c89ea9ff-6ea9-4e10-b3aa-fefaf9599199" providerId="AD" clId="Web-{F35FD99E-9696-20A7-068B-8D4EA970F77A}" dt="2026-04-07T12:51:03.614" v="2" actId="20577"/>
        <pc:sldMkLst>
          <pc:docMk/>
          <pc:sldMk cId="0" sldId="257"/>
        </pc:sldMkLst>
        <pc:spChg chg="mod">
          <ac:chgData name="Ishita Singhal" userId="S::25092003@geu.ac.in::c89ea9ff-6ea9-4e10-b3aa-fefaf9599199" providerId="AD" clId="Web-{F35FD99E-9696-20A7-068B-8D4EA970F77A}" dt="2026-04-07T12:51:03.614" v="2" actId="20577"/>
          <ac:spMkLst>
            <pc:docMk/>
            <pc:sldMk cId="0" sldId="257"/>
            <ac:spMk id="8" creationId="{00000000-0000-0000-0000-000000000000}"/>
          </ac:spMkLst>
        </pc:spChg>
      </pc:sldChg>
      <pc:sldChg chg="modSp">
        <pc:chgData name="Ishita Singhal" userId="S::25092003@geu.ac.in::c89ea9ff-6ea9-4e10-b3aa-fefaf9599199" providerId="AD" clId="Web-{F35FD99E-9696-20A7-068B-8D4EA970F77A}" dt="2026-04-07T12:55:53.913" v="14" actId="20577"/>
        <pc:sldMkLst>
          <pc:docMk/>
          <pc:sldMk cId="0" sldId="261"/>
        </pc:sldMkLst>
        <pc:spChg chg="mod">
          <ac:chgData name="Ishita Singhal" userId="S::25092003@geu.ac.in::c89ea9ff-6ea9-4e10-b3aa-fefaf9599199" providerId="AD" clId="Web-{F35FD99E-9696-20A7-068B-8D4EA970F77A}" dt="2026-04-07T12:55:16.458" v="7" actId="20577"/>
          <ac:spMkLst>
            <pc:docMk/>
            <pc:sldMk cId="0" sldId="261"/>
            <ac:spMk id="16" creationId="{00000000-0000-0000-0000-000000000000}"/>
          </ac:spMkLst>
        </pc:spChg>
        <pc:spChg chg="mod">
          <ac:chgData name="Ishita Singhal" userId="S::25092003@geu.ac.in::c89ea9ff-6ea9-4e10-b3aa-fefaf9599199" providerId="AD" clId="Web-{F35FD99E-9696-20A7-068B-8D4EA970F77A}" dt="2026-04-07T12:55:53.913" v="14" actId="20577"/>
          <ac:spMkLst>
            <pc:docMk/>
            <pc:sldMk cId="0" sldId="261"/>
            <ac:spMk id="21" creationId="{00000000-0000-0000-0000-000000000000}"/>
          </ac:spMkLst>
        </pc:spChg>
      </pc:sldChg>
      <pc:sldChg chg="modSp">
        <pc:chgData name="Ishita Singhal" userId="S::25092003@geu.ac.in::c89ea9ff-6ea9-4e10-b3aa-fefaf9599199" providerId="AD" clId="Web-{F35FD99E-9696-20A7-068B-8D4EA970F77A}" dt="2026-04-07T12:49:57.126" v="1" actId="14100"/>
        <pc:sldMkLst>
          <pc:docMk/>
          <pc:sldMk cId="121223606" sldId="270"/>
        </pc:sldMkLst>
        <pc:grpChg chg="mod">
          <ac:chgData name="Ishita Singhal" userId="S::25092003@geu.ac.in::c89ea9ff-6ea9-4e10-b3aa-fefaf9599199" providerId="AD" clId="Web-{F35FD99E-9696-20A7-068B-8D4EA970F77A}" dt="2026-04-07T12:49:42.485" v="0" actId="1076"/>
          <ac:grpSpMkLst>
            <pc:docMk/>
            <pc:sldMk cId="121223606" sldId="270"/>
            <ac:grpSpMk id="47" creationId="{1E9CDC51-FF0E-F171-6762-BB19A05B4D8E}"/>
          </ac:grpSpMkLst>
        </pc:grpChg>
        <pc:picChg chg="mod">
          <ac:chgData name="Ishita Singhal" userId="S::25092003@geu.ac.in::c89ea9ff-6ea9-4e10-b3aa-fefaf9599199" providerId="AD" clId="Web-{F35FD99E-9696-20A7-068B-8D4EA970F77A}" dt="2026-04-07T12:49:57.126" v="1" actId="14100"/>
          <ac:picMkLst>
            <pc:docMk/>
            <pc:sldMk cId="121223606" sldId="270"/>
            <ac:picMk id="46" creationId="{21A2EF52-784B-5BFA-EB88-FB9E7588BFF8}"/>
          </ac:picMkLst>
        </pc:picChg>
      </pc:sldChg>
    </pc:docChg>
  </pc:docChgLst>
  <pc:docChgLst>
    <pc:chgData name="Ishita Singhal" userId="S::25092003@geu.ac.in::c89ea9ff-6ea9-4e10-b3aa-fefaf9599199" providerId="AD" clId="Web-{4D03CE17-96E0-771F-0CD5-1F3374D74629}"/>
    <pc:docChg chg="modSld">
      <pc:chgData name="Ishita Singhal" userId="S::25092003@geu.ac.in::c89ea9ff-6ea9-4e10-b3aa-fefaf9599199" providerId="AD" clId="Web-{4D03CE17-96E0-771F-0CD5-1F3374D74629}" dt="2026-04-08T16:17:24.258" v="116" actId="20577"/>
      <pc:docMkLst>
        <pc:docMk/>
      </pc:docMkLst>
      <pc:sldChg chg="addSp delSp modSp">
        <pc:chgData name="Ishita Singhal" userId="S::25092003@geu.ac.in::c89ea9ff-6ea9-4e10-b3aa-fefaf9599199" providerId="AD" clId="Web-{4D03CE17-96E0-771F-0CD5-1F3374D74629}" dt="2026-04-08T13:13:17.392" v="10" actId="1076"/>
        <pc:sldMkLst>
          <pc:docMk/>
          <pc:sldMk cId="0" sldId="258"/>
        </pc:sldMkLst>
        <pc:picChg chg="del mod">
          <ac:chgData name="Ishita Singhal" userId="S::25092003@geu.ac.in::c89ea9ff-6ea9-4e10-b3aa-fefaf9599199" providerId="AD" clId="Web-{4D03CE17-96E0-771F-0CD5-1F3374D74629}" dt="2026-04-08T13:13:09.329" v="6"/>
          <ac:picMkLst>
            <pc:docMk/>
            <pc:sldMk cId="0" sldId="258"/>
            <ac:picMk id="9" creationId="{00000000-0000-0000-0000-000000000000}"/>
          </ac:picMkLst>
        </pc:picChg>
        <pc:picChg chg="add mod">
          <ac:chgData name="Ishita Singhal" userId="S::25092003@geu.ac.in::c89ea9ff-6ea9-4e10-b3aa-fefaf9599199" providerId="AD" clId="Web-{4D03CE17-96E0-771F-0CD5-1F3374D74629}" dt="2026-04-08T13:13:17.392" v="10" actId="1076"/>
          <ac:picMkLst>
            <pc:docMk/>
            <pc:sldMk cId="0" sldId="258"/>
            <ac:picMk id="10" creationId="{72BECB83-16C7-FBDC-5B92-C746443CFD62}"/>
          </ac:picMkLst>
        </pc:picChg>
      </pc:sldChg>
      <pc:sldChg chg="addSp delSp modSp">
        <pc:chgData name="Ishita Singhal" userId="S::25092003@geu.ac.in::c89ea9ff-6ea9-4e10-b3aa-fefaf9599199" providerId="AD" clId="Web-{4D03CE17-96E0-771F-0CD5-1F3374D74629}" dt="2026-04-08T13:15:04.643" v="17" actId="1076"/>
        <pc:sldMkLst>
          <pc:docMk/>
          <pc:sldMk cId="0" sldId="259"/>
        </pc:sldMkLst>
        <pc:picChg chg="del">
          <ac:chgData name="Ishita Singhal" userId="S::25092003@geu.ac.in::c89ea9ff-6ea9-4e10-b3aa-fefaf9599199" providerId="AD" clId="Web-{4D03CE17-96E0-771F-0CD5-1F3374D74629}" dt="2026-04-08T13:14:45.377" v="11"/>
          <ac:picMkLst>
            <pc:docMk/>
            <pc:sldMk cId="0" sldId="259"/>
            <ac:picMk id="9" creationId="{00000000-0000-0000-0000-000000000000}"/>
          </ac:picMkLst>
        </pc:picChg>
        <pc:picChg chg="add mod">
          <ac:chgData name="Ishita Singhal" userId="S::25092003@geu.ac.in::c89ea9ff-6ea9-4e10-b3aa-fefaf9599199" providerId="AD" clId="Web-{4D03CE17-96E0-771F-0CD5-1F3374D74629}" dt="2026-04-08T13:15:04.643" v="17" actId="1076"/>
          <ac:picMkLst>
            <pc:docMk/>
            <pc:sldMk cId="0" sldId="259"/>
            <ac:picMk id="10" creationId="{2EFB2026-A5F5-388E-DE6D-10CC5784B596}"/>
          </ac:picMkLst>
        </pc:picChg>
      </pc:sldChg>
      <pc:sldChg chg="addSp delSp modSp">
        <pc:chgData name="Ishita Singhal" userId="S::25092003@geu.ac.in::c89ea9ff-6ea9-4e10-b3aa-fefaf9599199" providerId="AD" clId="Web-{4D03CE17-96E0-771F-0CD5-1F3374D74629}" dt="2026-04-08T16:17:24.258" v="116" actId="20577"/>
        <pc:sldMkLst>
          <pc:docMk/>
          <pc:sldMk cId="0" sldId="260"/>
        </pc:sldMkLst>
        <pc:spChg chg="mod">
          <ac:chgData name="Ishita Singhal" userId="S::25092003@geu.ac.in::c89ea9ff-6ea9-4e10-b3aa-fefaf9599199" providerId="AD" clId="Web-{4D03CE17-96E0-771F-0CD5-1F3374D74629}" dt="2026-04-08T16:17:24.258" v="116" actId="20577"/>
          <ac:spMkLst>
            <pc:docMk/>
            <pc:sldMk cId="0" sldId="260"/>
            <ac:spMk id="19" creationId="{00000000-0000-0000-0000-000000000000}"/>
          </ac:spMkLst>
        </pc:spChg>
        <pc:picChg chg="del">
          <ac:chgData name="Ishita Singhal" userId="S::25092003@geu.ac.in::c89ea9ff-6ea9-4e10-b3aa-fefaf9599199" providerId="AD" clId="Web-{4D03CE17-96E0-771F-0CD5-1F3374D74629}" dt="2026-04-08T13:15:28.190" v="18"/>
          <ac:picMkLst>
            <pc:docMk/>
            <pc:sldMk cId="0" sldId="260"/>
            <ac:picMk id="24" creationId="{00000000-0000-0000-0000-000000000000}"/>
          </ac:picMkLst>
        </pc:picChg>
        <pc:picChg chg="add mod">
          <ac:chgData name="Ishita Singhal" userId="S::25092003@geu.ac.in::c89ea9ff-6ea9-4e10-b3aa-fefaf9599199" providerId="AD" clId="Web-{4D03CE17-96E0-771F-0CD5-1F3374D74629}" dt="2026-04-08T13:15:42.909" v="22" actId="1076"/>
          <ac:picMkLst>
            <pc:docMk/>
            <pc:sldMk cId="0" sldId="260"/>
            <ac:picMk id="25" creationId="{F2A951BA-D1EC-12FD-7902-6605B219C7E0}"/>
          </ac:picMkLst>
        </pc:picChg>
      </pc:sldChg>
      <pc:sldChg chg="addSp modSp">
        <pc:chgData name="Ishita Singhal" userId="S::25092003@geu.ac.in::c89ea9ff-6ea9-4e10-b3aa-fefaf9599199" providerId="AD" clId="Web-{4D03CE17-96E0-771F-0CD5-1F3374D74629}" dt="2026-04-08T13:24:24.885" v="57" actId="1076"/>
        <pc:sldMkLst>
          <pc:docMk/>
          <pc:sldMk cId="0" sldId="261"/>
        </pc:sldMkLst>
        <pc:spChg chg="mod">
          <ac:chgData name="Ishita Singhal" userId="S::25092003@geu.ac.in::c89ea9ff-6ea9-4e10-b3aa-fefaf9599199" providerId="AD" clId="Web-{4D03CE17-96E0-771F-0CD5-1F3374D74629}" dt="2026-04-08T13:17:10.848" v="30" actId="14100"/>
          <ac:spMkLst>
            <pc:docMk/>
            <pc:sldMk cId="0" sldId="261"/>
            <ac:spMk id="8" creationId="{00000000-0000-0000-0000-000000000000}"/>
          </ac:spMkLst>
        </pc:spChg>
        <pc:spChg chg="mod">
          <ac:chgData name="Ishita Singhal" userId="S::25092003@geu.ac.in::c89ea9ff-6ea9-4e10-b3aa-fefaf9599199" providerId="AD" clId="Web-{4D03CE17-96E0-771F-0CD5-1F3374D74629}" dt="2026-04-08T13:17:36.708" v="35" actId="107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Ishita Singhal" userId="S::25092003@geu.ac.in::c89ea9ff-6ea9-4e10-b3aa-fefaf9599199" providerId="AD" clId="Web-{4D03CE17-96E0-771F-0CD5-1F3374D74629}" dt="2026-04-08T13:17:30.442" v="34" actId="107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Ishita Singhal" userId="S::25092003@geu.ac.in::c89ea9ff-6ea9-4e10-b3aa-fefaf9599199" providerId="AD" clId="Web-{4D03CE17-96E0-771F-0CD5-1F3374D74629}" dt="2026-04-08T13:17:15.285" v="31" actId="14100"/>
          <ac:spMkLst>
            <pc:docMk/>
            <pc:sldMk cId="0" sldId="261"/>
            <ac:spMk id="12" creationId="{00000000-0000-0000-0000-000000000000}"/>
          </ac:spMkLst>
        </pc:spChg>
        <pc:spChg chg="mod">
          <ac:chgData name="Ishita Singhal" userId="S::25092003@geu.ac.in::c89ea9ff-6ea9-4e10-b3aa-fefaf9599199" providerId="AD" clId="Web-{4D03CE17-96E0-771F-0CD5-1F3374D74629}" dt="2026-04-08T13:19:23.946" v="41" actId="14100"/>
          <ac:spMkLst>
            <pc:docMk/>
            <pc:sldMk cId="0" sldId="261"/>
            <ac:spMk id="17" creationId="{00000000-0000-0000-0000-000000000000}"/>
          </ac:spMkLst>
        </pc:spChg>
        <pc:spChg chg="mod">
          <ac:chgData name="Ishita Singhal" userId="S::25092003@geu.ac.in::c89ea9ff-6ea9-4e10-b3aa-fefaf9599199" providerId="AD" clId="Web-{4D03CE17-96E0-771F-0CD5-1F3374D74629}" dt="2026-04-08T13:20:48.468" v="45" actId="14100"/>
          <ac:spMkLst>
            <pc:docMk/>
            <pc:sldMk cId="0" sldId="261"/>
            <ac:spMk id="22" creationId="{00000000-0000-0000-0000-000000000000}"/>
          </ac:spMkLst>
        </pc:spChg>
        <pc:spChg chg="mod">
          <ac:chgData name="Ishita Singhal" userId="S::25092003@geu.ac.in::c89ea9ff-6ea9-4e10-b3aa-fefaf9599199" providerId="AD" clId="Web-{4D03CE17-96E0-771F-0CD5-1F3374D74629}" dt="2026-04-08T13:22:52.585" v="52" actId="14100"/>
          <ac:spMkLst>
            <pc:docMk/>
            <pc:sldMk cId="0" sldId="261"/>
            <ac:spMk id="27" creationId="{00000000-0000-0000-0000-000000000000}"/>
          </ac:spMkLst>
        </pc:spChg>
        <pc:picChg chg="add mod">
          <ac:chgData name="Ishita Singhal" userId="S::25092003@geu.ac.in::c89ea9ff-6ea9-4e10-b3aa-fefaf9599199" providerId="AD" clId="Web-{4D03CE17-96E0-771F-0CD5-1F3374D74629}" dt="2026-04-08T13:19:17.648" v="40" actId="1076"/>
          <ac:picMkLst>
            <pc:docMk/>
            <pc:sldMk cId="0" sldId="261"/>
            <ac:picMk id="28" creationId="{F90C1666-AC22-CF94-7136-7FC46BC0D953}"/>
          </ac:picMkLst>
        </pc:picChg>
        <pc:picChg chg="add mod">
          <ac:chgData name="Ishita Singhal" userId="S::25092003@geu.ac.in::c89ea9ff-6ea9-4e10-b3aa-fefaf9599199" providerId="AD" clId="Web-{4D03CE17-96E0-771F-0CD5-1F3374D74629}" dt="2026-04-08T13:20:41.608" v="44" actId="1076"/>
          <ac:picMkLst>
            <pc:docMk/>
            <pc:sldMk cId="0" sldId="261"/>
            <ac:picMk id="29" creationId="{C731A18D-CCF2-1F26-3206-8C6A9DE2C18E}"/>
          </ac:picMkLst>
        </pc:picChg>
        <pc:picChg chg="add mod">
          <ac:chgData name="Ishita Singhal" userId="S::25092003@geu.ac.in::c89ea9ff-6ea9-4e10-b3aa-fefaf9599199" providerId="AD" clId="Web-{4D03CE17-96E0-771F-0CD5-1F3374D74629}" dt="2026-04-08T13:22:40.193" v="50" actId="1076"/>
          <ac:picMkLst>
            <pc:docMk/>
            <pc:sldMk cId="0" sldId="261"/>
            <ac:picMk id="30" creationId="{8D1B16AD-6116-A756-1846-994A243FBBCB}"/>
          </ac:picMkLst>
        </pc:picChg>
        <pc:picChg chg="add mod">
          <ac:chgData name="Ishita Singhal" userId="S::25092003@geu.ac.in::c89ea9ff-6ea9-4e10-b3aa-fefaf9599199" providerId="AD" clId="Web-{4D03CE17-96E0-771F-0CD5-1F3374D74629}" dt="2026-04-08T13:24:24.885" v="57" actId="1076"/>
          <ac:picMkLst>
            <pc:docMk/>
            <pc:sldMk cId="0" sldId="261"/>
            <ac:picMk id="31" creationId="{A2FB06FA-5BFE-3E8D-AD0A-EB6B4654EB63}"/>
          </ac:picMkLst>
        </pc:picChg>
      </pc:sldChg>
      <pc:sldChg chg="modSp">
        <pc:chgData name="Ishita Singhal" userId="S::25092003@geu.ac.in::c89ea9ff-6ea9-4e10-b3aa-fefaf9599199" providerId="AD" clId="Web-{4D03CE17-96E0-771F-0CD5-1F3374D74629}" dt="2026-04-08T13:50:11.619" v="90" actId="20577"/>
        <pc:sldMkLst>
          <pc:docMk/>
          <pc:sldMk cId="0" sldId="262"/>
        </pc:sldMkLst>
        <pc:spChg chg="mod">
          <ac:chgData name="Ishita Singhal" userId="S::25092003@geu.ac.in::c89ea9ff-6ea9-4e10-b3aa-fefaf9599199" providerId="AD" clId="Web-{4D03CE17-96E0-771F-0CD5-1F3374D74629}" dt="2026-04-08T13:47:55.117" v="88" actId="20577"/>
          <ac:spMkLst>
            <pc:docMk/>
            <pc:sldMk cId="0" sldId="262"/>
            <ac:spMk id="11" creationId="{00000000-0000-0000-0000-000000000000}"/>
          </ac:spMkLst>
        </pc:spChg>
        <pc:spChg chg="mod">
          <ac:chgData name="Ishita Singhal" userId="S::25092003@geu.ac.in::c89ea9ff-6ea9-4e10-b3aa-fefaf9599199" providerId="AD" clId="Web-{4D03CE17-96E0-771F-0CD5-1F3374D74629}" dt="2026-04-08T13:44:51.488" v="83" actId="20577"/>
          <ac:spMkLst>
            <pc:docMk/>
            <pc:sldMk cId="0" sldId="262"/>
            <ac:spMk id="12" creationId="{00000000-0000-0000-0000-000000000000}"/>
          </ac:spMkLst>
        </pc:spChg>
        <pc:spChg chg="mod">
          <ac:chgData name="Ishita Singhal" userId="S::25092003@geu.ac.in::c89ea9ff-6ea9-4e10-b3aa-fefaf9599199" providerId="AD" clId="Web-{4D03CE17-96E0-771F-0CD5-1F3374D74629}" dt="2026-04-08T13:43:10.110" v="73" actId="20577"/>
          <ac:spMkLst>
            <pc:docMk/>
            <pc:sldMk cId="0" sldId="262"/>
            <ac:spMk id="16" creationId="{00000000-0000-0000-0000-000000000000}"/>
          </ac:spMkLst>
        </pc:spChg>
        <pc:spChg chg="mod">
          <ac:chgData name="Ishita Singhal" userId="S::25092003@geu.ac.in::c89ea9ff-6ea9-4e10-b3aa-fefaf9599199" providerId="AD" clId="Web-{4D03CE17-96E0-771F-0CD5-1F3374D74629}" dt="2026-04-08T13:44:41.535" v="75" actId="20577"/>
          <ac:spMkLst>
            <pc:docMk/>
            <pc:sldMk cId="0" sldId="262"/>
            <ac:spMk id="18" creationId="{00000000-0000-0000-0000-000000000000}"/>
          </ac:spMkLst>
        </pc:spChg>
        <pc:spChg chg="mod">
          <ac:chgData name="Ishita Singhal" userId="S::25092003@geu.ac.in::c89ea9ff-6ea9-4e10-b3aa-fefaf9599199" providerId="AD" clId="Web-{4D03CE17-96E0-771F-0CD5-1F3374D74629}" dt="2026-04-08T13:50:11.619" v="90" actId="20577"/>
          <ac:spMkLst>
            <pc:docMk/>
            <pc:sldMk cId="0" sldId="262"/>
            <ac:spMk id="21" creationId="{00000000-0000-0000-0000-000000000000}"/>
          </ac:spMkLst>
        </pc:spChg>
      </pc:sldChg>
      <pc:sldChg chg="modSp">
        <pc:chgData name="Ishita Singhal" userId="S::25092003@geu.ac.in::c89ea9ff-6ea9-4e10-b3aa-fefaf9599199" providerId="AD" clId="Web-{4D03CE17-96E0-771F-0CD5-1F3374D74629}" dt="2026-04-08T14:21:43.675" v="91" actId="14100"/>
        <pc:sldMkLst>
          <pc:docMk/>
          <pc:sldMk cId="0" sldId="263"/>
        </pc:sldMkLst>
        <pc:graphicFrameChg chg="mod">
          <ac:chgData name="Ishita Singhal" userId="S::25092003@geu.ac.in::c89ea9ff-6ea9-4e10-b3aa-fefaf9599199" providerId="AD" clId="Web-{4D03CE17-96E0-771F-0CD5-1F3374D74629}" dt="2026-04-08T14:21:43.675" v="91" actId="14100"/>
          <ac:graphicFrameMkLst>
            <pc:docMk/>
            <pc:sldMk cId="0" sldId="263"/>
            <ac:graphicFrameMk id="10" creationId="{00000000-0000-0000-0000-000000000000}"/>
          </ac:graphicFrameMkLst>
        </pc:graphicFrameChg>
      </pc:sldChg>
      <pc:sldChg chg="addSp delSp modSp">
        <pc:chgData name="Ishita Singhal" userId="S::25092003@geu.ac.in::c89ea9ff-6ea9-4e10-b3aa-fefaf9599199" providerId="AD" clId="Web-{4D03CE17-96E0-771F-0CD5-1F3374D74629}" dt="2026-04-08T13:26:39.655" v="70" actId="1076"/>
        <pc:sldMkLst>
          <pc:docMk/>
          <pc:sldMk cId="121223606" sldId="270"/>
        </pc:sldMkLst>
        <pc:spChg chg="del">
          <ac:chgData name="Ishita Singhal" userId="S::25092003@geu.ac.in::c89ea9ff-6ea9-4e10-b3aa-fefaf9599199" providerId="AD" clId="Web-{4D03CE17-96E0-771F-0CD5-1F3374D74629}" dt="2026-04-08T13:25:35.325" v="65"/>
          <ac:spMkLst>
            <pc:docMk/>
            <pc:sldMk cId="121223606" sldId="270"/>
            <ac:spMk id="31" creationId="{4DEADC42-07CF-F7CC-6F54-42498EAA37B3}"/>
          </ac:spMkLst>
        </pc:spChg>
        <pc:spChg chg="del">
          <ac:chgData name="Ishita Singhal" userId="S::25092003@geu.ac.in::c89ea9ff-6ea9-4e10-b3aa-fefaf9599199" providerId="AD" clId="Web-{4D03CE17-96E0-771F-0CD5-1F3374D74629}" dt="2026-04-08T13:25:33.575" v="64"/>
          <ac:spMkLst>
            <pc:docMk/>
            <pc:sldMk cId="121223606" sldId="270"/>
            <ac:spMk id="32" creationId="{51B3A474-02DA-6A59-3FFF-434FDDC06A2B}"/>
          </ac:spMkLst>
        </pc:spChg>
        <pc:spChg chg="del">
          <ac:chgData name="Ishita Singhal" userId="S::25092003@geu.ac.in::c89ea9ff-6ea9-4e10-b3aa-fefaf9599199" providerId="AD" clId="Web-{4D03CE17-96E0-771F-0CD5-1F3374D74629}" dt="2026-04-08T13:25:36.872" v="66"/>
          <ac:spMkLst>
            <pc:docMk/>
            <pc:sldMk cId="121223606" sldId="270"/>
            <ac:spMk id="33" creationId="{075C146A-525E-EAB1-2438-92AF6E344C2C}"/>
          </ac:spMkLst>
        </pc:spChg>
        <pc:spChg chg="del">
          <ac:chgData name="Ishita Singhal" userId="S::25092003@geu.ac.in::c89ea9ff-6ea9-4e10-b3aa-fefaf9599199" providerId="AD" clId="Web-{4D03CE17-96E0-771F-0CD5-1F3374D74629}" dt="2026-04-08T13:25:38.857" v="67"/>
          <ac:spMkLst>
            <pc:docMk/>
            <pc:sldMk cId="121223606" sldId="270"/>
            <ac:spMk id="39" creationId="{ED47441A-C600-ACAC-5391-EF118874C98C}"/>
          </ac:spMkLst>
        </pc:spChg>
        <pc:picChg chg="add mod">
          <ac:chgData name="Ishita Singhal" userId="S::25092003@geu.ac.in::c89ea9ff-6ea9-4e10-b3aa-fefaf9599199" providerId="AD" clId="Web-{4D03CE17-96E0-771F-0CD5-1F3374D74629}" dt="2026-04-08T13:26:39.655" v="70" actId="1076"/>
          <ac:picMkLst>
            <pc:docMk/>
            <pc:sldMk cId="121223606" sldId="270"/>
            <ac:picMk id="26" creationId="{400E0B74-2DD6-DFE2-888B-43771DB70092}"/>
          </ac:picMkLst>
        </pc:picChg>
        <pc:picChg chg="add del mod">
          <ac:chgData name="Ishita Singhal" userId="S::25092003@geu.ac.in::c89ea9ff-6ea9-4e10-b3aa-fefaf9599199" providerId="AD" clId="Web-{4D03CE17-96E0-771F-0CD5-1F3374D74629}" dt="2026-04-08T13:26:35.343" v="69"/>
          <ac:picMkLst>
            <pc:docMk/>
            <pc:sldMk cId="121223606" sldId="270"/>
            <ac:picMk id="27" creationId="{13A85AC3-D23C-3E56-116E-C4CD4E0A88B9}"/>
          </ac:picMkLst>
        </pc:picChg>
      </pc:sldChg>
    </pc:docChg>
  </pc:docChgLst>
  <pc:docChgLst>
    <pc:chgData name="Ishita Singhal" userId="S::25092003@geu.ac.in::c89ea9ff-6ea9-4e10-b3aa-fefaf9599199" providerId="AD" clId="Web-{816EDE3B-792C-EBB8-D957-D7E36AC57F99}"/>
    <pc:docChg chg="modSld">
      <pc:chgData name="Ishita Singhal" userId="S::25092003@geu.ac.in::c89ea9ff-6ea9-4e10-b3aa-fefaf9599199" providerId="AD" clId="Web-{816EDE3B-792C-EBB8-D957-D7E36AC57F99}" dt="2026-04-09T06:55:43.957" v="1" actId="20577"/>
      <pc:docMkLst>
        <pc:docMk/>
      </pc:docMkLst>
      <pc:sldChg chg="modSp">
        <pc:chgData name="Ishita Singhal" userId="S::25092003@geu.ac.in::c89ea9ff-6ea9-4e10-b3aa-fefaf9599199" providerId="AD" clId="Web-{816EDE3B-792C-EBB8-D957-D7E36AC57F99}" dt="2026-04-09T06:55:43.957" v="1" actId="20577"/>
        <pc:sldMkLst>
          <pc:docMk/>
          <pc:sldMk cId="0" sldId="266"/>
        </pc:sldMkLst>
        <pc:spChg chg="mod">
          <ac:chgData name="Ishita Singhal" userId="S::25092003@geu.ac.in::c89ea9ff-6ea9-4e10-b3aa-fefaf9599199" providerId="AD" clId="Web-{816EDE3B-792C-EBB8-D957-D7E36AC57F99}" dt="2026-04-09T06:55:43.957" v="1" actId="20577"/>
          <ac:spMkLst>
            <pc:docMk/>
            <pc:sldMk cId="0" sldId="266"/>
            <ac:spMk id="12" creationId="{00000000-0000-0000-0000-000000000000}"/>
          </ac:spMkLst>
        </pc:spChg>
      </pc:sldChg>
    </pc:docChg>
  </pc:docChgLst>
  <pc:docChgLst>
    <pc:chgData name="Ishita Singhal" userId="S::25092003@geu.ac.in::c89ea9ff-6ea9-4e10-b3aa-fefaf9599199" providerId="AD" clId="Web-{47AF69DC-8A80-575A-CC70-64011DB30ECD}"/>
    <pc:docChg chg="modSld">
      <pc:chgData name="Ishita Singhal" userId="S::25092003@geu.ac.in::c89ea9ff-6ea9-4e10-b3aa-fefaf9599199" providerId="AD" clId="Web-{47AF69DC-8A80-575A-CC70-64011DB30ECD}" dt="2026-04-05T12:58:06.565" v="12" actId="20577"/>
      <pc:docMkLst>
        <pc:docMk/>
      </pc:docMkLst>
      <pc:sldChg chg="modSp">
        <pc:chgData name="Ishita Singhal" userId="S::25092003@geu.ac.in::c89ea9ff-6ea9-4e10-b3aa-fefaf9599199" providerId="AD" clId="Web-{47AF69DC-8A80-575A-CC70-64011DB30ECD}" dt="2026-04-05T12:50:32.216" v="10" actId="20577"/>
        <pc:sldMkLst>
          <pc:docMk/>
          <pc:sldMk cId="0" sldId="260"/>
        </pc:sldMkLst>
        <pc:spChg chg="mod">
          <ac:chgData name="Ishita Singhal" userId="S::25092003@geu.ac.in::c89ea9ff-6ea9-4e10-b3aa-fefaf9599199" providerId="AD" clId="Web-{47AF69DC-8A80-575A-CC70-64011DB30ECD}" dt="2026-04-05T12:50:32.216" v="10" actId="20577"/>
          <ac:spMkLst>
            <pc:docMk/>
            <pc:sldMk cId="0" sldId="260"/>
            <ac:spMk id="20" creationId="{00000000-0000-0000-0000-000000000000}"/>
          </ac:spMkLst>
        </pc:spChg>
      </pc:sldChg>
      <pc:sldChg chg="modSp">
        <pc:chgData name="Ishita Singhal" userId="S::25092003@geu.ac.in::c89ea9ff-6ea9-4e10-b3aa-fefaf9599199" providerId="AD" clId="Web-{47AF69DC-8A80-575A-CC70-64011DB30ECD}" dt="2026-04-05T12:58:06.565" v="12" actId="20577"/>
        <pc:sldMkLst>
          <pc:docMk/>
          <pc:sldMk cId="0" sldId="261"/>
        </pc:sldMkLst>
        <pc:spChg chg="mod">
          <ac:chgData name="Ishita Singhal" userId="S::25092003@geu.ac.in::c89ea9ff-6ea9-4e10-b3aa-fefaf9599199" providerId="AD" clId="Web-{47AF69DC-8A80-575A-CC70-64011DB30ECD}" dt="2026-04-05T12:58:06.565" v="12" actId="20577"/>
          <ac:spMkLst>
            <pc:docMk/>
            <pc:sldMk cId="0" sldId="261"/>
            <ac:spMk id="12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E6E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1B2E6E"/>
                </a:solidFill>
                <a:latin typeface="Arial"/>
              </a:rPr>
              <a:t>Revenue by Region ($)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1565C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4E4-2B49-9934-2C406ADCB9C7}"/>
              </c:ext>
            </c:extLst>
          </c:dPt>
          <c:dPt>
            <c:idx val="1"/>
            <c:invertIfNegative val="0"/>
            <c:bubble3D val="0"/>
            <c:spPr>
              <a:solidFill>
                <a:srgbClr val="2A6D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4E4-2B49-9934-2C406ADCB9C7}"/>
              </c:ext>
            </c:extLst>
          </c:dPt>
          <c:dPt>
            <c:idx val="2"/>
            <c:invertIfNegative val="0"/>
            <c:bubble3D val="0"/>
            <c:spPr>
              <a:solidFill>
                <a:srgbClr val="4A90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4E4-2B49-9934-2C406ADCB9C7}"/>
              </c:ext>
            </c:extLst>
          </c:dPt>
          <c:dPt>
            <c:idx val="3"/>
            <c:invertIfNegative val="0"/>
            <c:bubble3D val="0"/>
            <c:spPr>
              <a:solidFill>
                <a:srgbClr val="6AAE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4E4-2B49-9934-2C406ADCB9C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Southeast Asia</c:v>
                </c:pt>
                <c:pt idx="1">
                  <c:v>Oceania</c:v>
                </c:pt>
                <c:pt idx="2">
                  <c:v>South Asia</c:v>
                </c:pt>
                <c:pt idx="3">
                  <c:v>Eastern Asia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108921</c:v>
                </c:pt>
                <c:pt idx="1">
                  <c:v>108624</c:v>
                </c:pt>
                <c:pt idx="2">
                  <c:v>90522</c:v>
                </c:pt>
                <c:pt idx="3">
                  <c:v>82750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4E4-2B49-9934-2C406ADCB9C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8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A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E6E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1B2E6E"/>
                </a:solidFill>
                <a:latin typeface="Arial"/>
              </a:rPr>
              <a:t>Order Status Distribution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65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26F-E64D-9F06-8528D5E26317}"/>
              </c:ext>
            </c:extLst>
          </c:dPt>
          <c:dPt>
            <c:idx val="1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26F-E64D-9F06-8528D5E26317}"/>
              </c:ext>
            </c:extLst>
          </c:dPt>
          <c:dPt>
            <c:idx val="2"/>
            <c:bubble3D val="0"/>
            <c:spPr>
              <a:solidFill>
                <a:srgbClr val="4A90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26F-E64D-9F06-8528D5E26317}"/>
              </c:ext>
            </c:extLst>
          </c:dPt>
          <c:dPt>
            <c:idx val="3"/>
            <c:bubble3D val="0"/>
            <c:spPr>
              <a:solidFill>
                <a:srgbClr val="2A6D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26F-E64D-9F06-8528D5E26317}"/>
              </c:ext>
            </c:extLst>
          </c:dPt>
          <c:dPt>
            <c:idx val="4"/>
            <c:bubble3D val="0"/>
            <c:spPr>
              <a:solidFill>
                <a:srgbClr val="6AAE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26F-E64D-9F06-8528D5E26317}"/>
              </c:ext>
            </c:extLst>
          </c:dPt>
          <c:dPt>
            <c:idx val="5"/>
            <c:bubble3D val="0"/>
            <c:spPr>
              <a:solidFill>
                <a:srgbClr val="AACBE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26F-E64D-9F06-8528D5E2631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26F-E64D-9F06-8528D5E2631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26F-E64D-9F06-8528D5E26317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26F-E64D-9F06-8528D5E26317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26F-E64D-9F06-8528D5E26317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26F-E64D-9F06-8528D5E26317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26F-E64D-9F06-8528D5E2631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Complete</c:v>
                </c:pt>
                <c:pt idx="1">
                  <c:v>Pending Payment</c:v>
                </c:pt>
                <c:pt idx="2">
                  <c:v>Closed</c:v>
                </c:pt>
                <c:pt idx="3">
                  <c:v>Processing</c:v>
                </c:pt>
                <c:pt idx="4">
                  <c:v>Pending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757</c:v>
                </c:pt>
                <c:pt idx="1">
                  <c:v>492</c:v>
                </c:pt>
                <c:pt idx="2">
                  <c:v>267</c:v>
                </c:pt>
                <c:pt idx="3">
                  <c:v>258</c:v>
                </c:pt>
                <c:pt idx="4">
                  <c:v>242</c:v>
                </c:pt>
                <c:pt idx="5">
                  <c:v>247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26F-E64D-9F06-8528D5E263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7FA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C0392B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C0392B"/>
                </a:solidFill>
                <a:latin typeface="Arial"/>
              </a:rPr>
              <a:t>Late Delivery % by Region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 Delivery %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CE1-534B-9C46-FFB2A394BE4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CE1-534B-9C46-FFB2A394BE4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2CE1-534B-9C46-FFB2A394BE45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2CE1-534B-9C46-FFB2A394BE4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Eastern Asia</c:v>
                </c:pt>
                <c:pt idx="1">
                  <c:v>SE Asia</c:v>
                </c:pt>
                <c:pt idx="2">
                  <c:v>Oceania</c:v>
                </c:pt>
                <c:pt idx="3">
                  <c:v>South Asia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57.6</c:v>
                </c:pt>
                <c:pt idx="1">
                  <c:v>57.5</c:v>
                </c:pt>
                <c:pt idx="2">
                  <c:v>56.2</c:v>
                </c:pt>
                <c:pt idx="3">
                  <c:v>54.9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CE1-534B-9C46-FFB2A394BE4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F0D8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8F7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B2E6E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1B2E6E"/>
                </a:solidFill>
                <a:latin typeface="Arial"/>
              </a:rPr>
              <a:t>Total Profit by Region ($)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($)</c:v>
                </c:pt>
              </c:strCache>
            </c:strRef>
          </c:tx>
          <c:spPr>
            <a:solidFill>
              <a:srgbClr val="1A7A4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DAC-EC45-8B7E-81E04B49C82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DAC-EC45-8B7E-81E04B49C824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DAC-EC45-8B7E-81E04B49C824}"/>
              </c:ext>
            </c:extLst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DAC-EC45-8B7E-81E04B49C82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Oceania</c:v>
                </c:pt>
                <c:pt idx="1">
                  <c:v>SE Asia</c:v>
                </c:pt>
                <c:pt idx="2">
                  <c:v>South Asia</c:v>
                </c:pt>
                <c:pt idx="3">
                  <c:v>E. Asia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13260</c:v>
                </c:pt>
                <c:pt idx="1">
                  <c:v>12607</c:v>
                </c:pt>
                <c:pt idx="2">
                  <c:v>9603</c:v>
                </c:pt>
                <c:pt idx="3">
                  <c:v>4031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DAC-EC45-8B7E-81E04B49C82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8EC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FF9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C0392B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C0392B"/>
                </a:solidFill>
                <a:latin typeface="Arial"/>
              </a:rPr>
              <a:t>Late Delivery % by Shipping Mode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 Delivery %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DFD-8E44-968B-36F2E9970768}"/>
              </c:ext>
            </c:extLst>
          </c:dPt>
          <c:dPt>
            <c:idx val="1"/>
            <c:invertIfNegative val="0"/>
            <c:bubble3D val="0"/>
            <c:spPr>
              <a:solidFill>
                <a:srgbClr val="E070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DFD-8E44-968B-36F2E9970768}"/>
              </c:ext>
            </c:extLst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DFD-8E44-968B-36F2E9970768}"/>
              </c:ext>
            </c:extLst>
          </c:dPt>
          <c:dPt>
            <c:idx val="3"/>
            <c:invertIfNegative val="0"/>
            <c:bubble3D val="0"/>
            <c:spPr>
              <a:solidFill>
                <a:srgbClr val="1A7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DFD-8E44-968B-36F2E997076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First Class</c:v>
                </c:pt>
                <c:pt idx="1">
                  <c:v>Second Class</c:v>
                </c:pt>
                <c:pt idx="2">
                  <c:v>Same Day</c:v>
                </c:pt>
                <c:pt idx="3">
                  <c:v>Standard Class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97.5</c:v>
                </c:pt>
                <c:pt idx="1">
                  <c:v>78.7</c:v>
                </c:pt>
                <c:pt idx="2">
                  <c:v>41.5</c:v>
                </c:pt>
                <c:pt idx="3">
                  <c:v>40.4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DFD-8E44-968B-36F2E99707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F0D8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8F7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E6E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1B2E6E"/>
                </a:solidFill>
                <a:latin typeface="Arial"/>
              </a:rPr>
              <a:t>Avg Profit Ratio by Category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Profit Ratio</c:v>
                </c:pt>
              </c:strCache>
            </c:strRef>
          </c:tx>
          <c:spPr>
            <a:solidFill>
              <a:srgbClr val="1A7A4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A76-0F4E-8FEF-4514E5A0A51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A76-0F4E-8FEF-4514E5A0A51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EA76-0F4E-8FEF-4514E5A0A51D}"/>
              </c:ext>
            </c:extLst>
          </c:dPt>
          <c:dPt>
            <c:idx val="3"/>
            <c:invertIfNegative val="0"/>
            <c:bubble3D val="0"/>
            <c:spPr>
              <a:solidFill>
                <a:srgbClr val="2A6D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A76-0F4E-8FEF-4514E5A0A51D}"/>
              </c:ext>
            </c:extLst>
          </c:dPt>
          <c:dPt>
            <c:idx val="4"/>
            <c:invertIfNegative val="0"/>
            <c:bubble3D val="0"/>
            <c:spPr>
              <a:solidFill>
                <a:srgbClr val="2A6D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A76-0F4E-8FEF-4514E5A0A51D}"/>
              </c:ext>
            </c:extLst>
          </c:dPt>
          <c:dPt>
            <c:idx val="5"/>
            <c:invertIfNegative val="0"/>
            <c:bubble3D val="0"/>
            <c:spPr>
              <a:solidFill>
                <a:srgbClr val="2A6D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A76-0F4E-8FEF-4514E5A0A51D}"/>
              </c:ext>
            </c:extLst>
          </c:dPt>
          <c:dPt>
            <c:idx val="6"/>
            <c:invertIfNegative val="0"/>
            <c:bubble3D val="0"/>
            <c:spPr>
              <a:solidFill>
                <a:srgbClr val="4A90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EA76-0F4E-8FEF-4514E5A0A51D}"/>
              </c:ext>
            </c:extLst>
          </c:dPt>
          <c:dPt>
            <c:idx val="7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EA76-0F4E-8FEF-4514E5A0A51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Consumer Electronics</c:v>
                </c:pt>
                <c:pt idx="1">
                  <c:v>DVDs</c:v>
                </c:pt>
                <c:pt idx="2">
                  <c:v>Garden</c:v>
                </c:pt>
                <c:pt idx="3">
                  <c:v>Women's Clothing</c:v>
                </c:pt>
                <c:pt idx="4">
                  <c:v>Toys</c:v>
                </c:pt>
                <c:pt idx="5">
                  <c:v>Music</c:v>
                </c:pt>
                <c:pt idx="6">
                  <c:v>Health &amp; Beauty</c:v>
                </c:pt>
                <c:pt idx="7">
                  <c:v>Men's Clothing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24.3</c:v>
                </c:pt>
                <c:pt idx="1">
                  <c:v>21.1</c:v>
                </c:pt>
                <c:pt idx="2">
                  <c:v>15.4</c:v>
                </c:pt>
                <c:pt idx="3">
                  <c:v>14.9</c:v>
                </c:pt>
                <c:pt idx="4">
                  <c:v>14.9</c:v>
                </c:pt>
                <c:pt idx="5">
                  <c:v>13.7</c:v>
                </c:pt>
                <c:pt idx="6">
                  <c:v>11.3</c:v>
                </c:pt>
                <c:pt idx="7">
                  <c:v>-17.899999999999999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EA76-0F4E-8FEF-4514E5A0A51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8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A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3118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537A-B4DE-D1CE-3512-BCBDE4AC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C2033-F357-E6BE-5BF1-877BC1AD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67B0F-4F1D-ECFE-050E-B551ABF85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88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1074582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image" Target="../media/image7.jpeg"/><Relationship Id="rId4" Type="http://schemas.openxmlformats.org/officeDocument/2006/relationships/image" Target="../media/image1.sv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rive.google.com/file/d/1VmDrhrvCXQ8f_ZxnENeDtQFg8Jr9vexO/view?usp=drive_link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19A4-F5CF-3B84-A831-00614383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BBAA9FE-14A6-3635-BDE0-21E75B60255D}"/>
              </a:ext>
            </a:extLst>
          </p:cNvPr>
          <p:cNvSpPr/>
          <p:nvPr/>
        </p:nvSpPr>
        <p:spPr>
          <a:xfrm>
            <a:off x="316450" y="226705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C713F69-E6DD-B345-33D3-499B008F7A17}"/>
              </a:ext>
            </a:extLst>
          </p:cNvPr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6F12EA0-AE27-85D3-96E6-BED52A471BC9}"/>
                </a:ext>
              </a:extLst>
            </p:cNvPr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EDED881-7208-D373-6128-A08573FEEA11}"/>
                </a:ext>
              </a:extLst>
            </p:cNvPr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71C7EC6-7D4C-F061-CDE0-6A50914ECB9E}"/>
              </a:ext>
            </a:extLst>
          </p:cNvPr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4AD79D7-46FD-6B0C-7DE4-FF78018F4A88}"/>
                </a:ext>
              </a:extLst>
            </p:cNvPr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396E051-FCE8-96D0-093A-9DAA0B6CA32C}"/>
                </a:ext>
              </a:extLst>
            </p:cNvPr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14E0FB1-7343-AA0B-7107-6EF9941BD391}"/>
              </a:ext>
            </a:extLst>
          </p:cNvPr>
          <p:cNvGrpSpPr/>
          <p:nvPr/>
        </p:nvGrpSpPr>
        <p:grpSpPr>
          <a:xfrm rot="2700000">
            <a:off x="3661769" y="-528997"/>
            <a:ext cx="4602320" cy="2123257"/>
            <a:chOff x="0" y="0"/>
            <a:chExt cx="2424267" cy="11184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AFFC971-D518-DC63-82CA-066EEEE8BD9D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F1F892B-32CB-D20F-CD5E-29D9DD282E0B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903312A-41E4-0C98-DB5C-2FD31C761F00}"/>
              </a:ext>
            </a:extLst>
          </p:cNvPr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8440D19-D63B-AF33-3EAE-F2B37D5CF256}"/>
                </a:ext>
              </a:extLst>
            </p:cNvPr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0297523-D0C9-81EB-FA45-802E3E7D096A}"/>
                </a:ext>
              </a:extLst>
            </p:cNvPr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AF039C7-166F-DC3C-FD40-F2CACE3926F2}"/>
              </a:ext>
            </a:extLst>
          </p:cNvPr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66C2FB9-D184-461A-308A-1F6AFD5F7BBF}"/>
                </a:ext>
              </a:extLst>
            </p:cNvPr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8B5C6B-C409-CCBB-2B06-FBD31CAC99E4}"/>
                </a:ext>
              </a:extLst>
            </p:cNvPr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B6CD3B7-9C29-31B7-074F-1C8E56CB1626}"/>
              </a:ext>
            </a:extLst>
          </p:cNvPr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59C69CD-FBFA-E4B4-AA86-445D5367D190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FFFD043-6DDC-803C-1EE7-E745D2CD7192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0B8BCE7-F5DB-C74D-120E-15FE119805F6}"/>
              </a:ext>
            </a:extLst>
          </p:cNvPr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CCA289A-B33A-364F-D970-B4B0741374DB}"/>
                </a:ext>
              </a:extLst>
            </p:cNvPr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D1B43F8-87A5-2EDD-F149-BE82A2984EB5}"/>
                </a:ext>
              </a:extLst>
            </p:cNvPr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ABF0622-9241-CD75-6B4F-4578A248FF9B}"/>
              </a:ext>
            </a:extLst>
          </p:cNvPr>
          <p:cNvGrpSpPr/>
          <p:nvPr/>
        </p:nvGrpSpPr>
        <p:grpSpPr>
          <a:xfrm>
            <a:off x="5720497" y="768985"/>
            <a:ext cx="3475712" cy="3475712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A81DF20-399E-AF89-89B0-FC2CA2FD01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40C2189F-9BF3-791F-6AA1-3475C52DFABC}"/>
                </a:ext>
              </a:extLst>
            </p:cNvPr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29445" tIns="29445" rIns="29445" bIns="29445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79637531-A44E-C462-F403-761C10B95F61}"/>
              </a:ext>
            </a:extLst>
          </p:cNvPr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DCD7CC8C-164D-C41A-6252-42C99A05871B}"/>
              </a:ext>
            </a:extLst>
          </p:cNvPr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8672D197-9BF9-8CFA-6DF7-2937B68FFD86}"/>
              </a:ext>
            </a:extLst>
          </p:cNvPr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E9CDC51-FF0E-F171-6762-BB19A05B4D8E}"/>
              </a:ext>
            </a:extLst>
          </p:cNvPr>
          <p:cNvGrpSpPr/>
          <p:nvPr/>
        </p:nvGrpSpPr>
        <p:grpSpPr>
          <a:xfrm>
            <a:off x="448" y="3065446"/>
            <a:ext cx="4276134" cy="431080"/>
            <a:chOff x="0" y="2985846"/>
            <a:chExt cx="4276134" cy="431080"/>
          </a:xfrm>
        </p:grpSpPr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20253B4E-5254-3A4A-D2B3-FDC541381304}"/>
                </a:ext>
              </a:extLst>
            </p:cNvPr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98AC3028-4A73-A10C-B23F-D62CE7C18AED}"/>
                  </a:ext>
                </a:extLst>
              </p:cNvPr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199C1F1F-4C5C-E8C0-1593-D5C9F69527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3578161E-D839-4793-89CB-83A287A2849E}"/>
                </a:ext>
              </a:extLst>
            </p:cNvPr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3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id="{EEE29F0A-1253-B8CE-E742-41B8B6EB922D}"/>
              </a:ext>
            </a:extLst>
          </p:cNvPr>
          <p:cNvSpPr txBox="1"/>
          <p:nvPr/>
        </p:nvSpPr>
        <p:spPr>
          <a:xfrm>
            <a:off x="854979" y="3645023"/>
            <a:ext cx="1633432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Name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2E9FAC26-1E84-D690-0FD4-B1A364AF40DE}"/>
              </a:ext>
            </a:extLst>
          </p:cNvPr>
          <p:cNvSpPr txBox="1"/>
          <p:nvPr/>
        </p:nvSpPr>
        <p:spPr>
          <a:xfrm>
            <a:off x="854979" y="3806607"/>
            <a:ext cx="1633432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Ishita Singhal</a:t>
            </a:r>
          </a:p>
        </p:txBody>
      </p:sp>
      <p:pic>
        <p:nvPicPr>
          <p:cNvPr id="50" name="Picture 49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C926F708-70B7-B0DB-A148-0FA2830D925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757" t="2453" r="27842" b="53701"/>
          <a:stretch>
            <a:fillRect/>
          </a:stretch>
        </p:blipFill>
        <p:spPr>
          <a:xfrm>
            <a:off x="429808" y="3639905"/>
            <a:ext cx="395331" cy="381795"/>
          </a:xfrm>
          <a:prstGeom prst="rect">
            <a:avLst/>
          </a:prstGeom>
        </p:spPr>
      </p:pic>
      <p:sp>
        <p:nvSpPr>
          <p:cNvPr id="41" name="TextBox 41">
            <a:extLst>
              <a:ext uri="{FF2B5EF4-FFF2-40B4-BE49-F238E27FC236}">
                <a16:creationId xmlns:a16="http://schemas.microsoft.com/office/drawing/2014/main" id="{3403BDBE-05E2-50C5-0F55-4F0483352E2C}"/>
              </a:ext>
            </a:extLst>
          </p:cNvPr>
          <p:cNvSpPr txBox="1"/>
          <p:nvPr/>
        </p:nvSpPr>
        <p:spPr>
          <a:xfrm>
            <a:off x="3176086" y="3642226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Email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B84F91E2-C42E-10B3-A03A-88AA58AF1258}"/>
              </a:ext>
            </a:extLst>
          </p:cNvPr>
          <p:cNvSpPr txBox="1"/>
          <p:nvPr/>
        </p:nvSpPr>
        <p:spPr>
          <a:xfrm>
            <a:off x="3176086" y="3803810"/>
            <a:ext cx="2272871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Singhalishita1011@gmail.com</a:t>
            </a:r>
          </a:p>
        </p:txBody>
      </p:sp>
      <p:pic>
        <p:nvPicPr>
          <p:cNvPr id="51" name="Picture 50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EC8FEF14-C75E-1155-0600-B4343B3F57F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859" t="52379" r="26874" b="2349"/>
          <a:stretch>
            <a:fillRect/>
          </a:stretch>
        </p:blipFill>
        <p:spPr>
          <a:xfrm>
            <a:off x="2747249" y="3631981"/>
            <a:ext cx="398279" cy="38971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658A7A12-122B-4A3C-11D3-C4D8BF732077}"/>
              </a:ext>
            </a:extLst>
          </p:cNvPr>
          <p:cNvGrpSpPr/>
          <p:nvPr/>
        </p:nvGrpSpPr>
        <p:grpSpPr>
          <a:xfrm>
            <a:off x="860459" y="4337076"/>
            <a:ext cx="2272871" cy="389019"/>
            <a:chOff x="3139699" y="4295282"/>
            <a:chExt cx="2272871" cy="389019"/>
          </a:xfrm>
        </p:grpSpPr>
        <p:sp>
          <p:nvSpPr>
            <p:cNvPr id="67" name="TextBox 41">
              <a:extLst>
                <a:ext uri="{FF2B5EF4-FFF2-40B4-BE49-F238E27FC236}">
                  <a16:creationId xmlns:a16="http://schemas.microsoft.com/office/drawing/2014/main" id="{5FE6F280-D970-382B-5260-25E219F86722}"/>
                </a:ext>
              </a:extLst>
            </p:cNvPr>
            <p:cNvSpPr txBox="1"/>
            <p:nvPr/>
          </p:nvSpPr>
          <p:spPr>
            <a:xfrm>
              <a:off x="3139699" y="4295282"/>
              <a:ext cx="1809978" cy="158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6"/>
                </a:lnSpc>
              </a:pPr>
              <a:r>
                <a:rPr lang="en-US" sz="1000" dirty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Mentor Name</a:t>
              </a:r>
            </a:p>
          </p:txBody>
        </p:sp>
        <p:sp>
          <p:nvSpPr>
            <p:cNvPr id="68" name="TextBox 43">
              <a:extLst>
                <a:ext uri="{FF2B5EF4-FFF2-40B4-BE49-F238E27FC236}">
                  <a16:creationId xmlns:a16="http://schemas.microsoft.com/office/drawing/2014/main" id="{A541DFB6-306C-CD3E-24BD-6D7131F87B73}"/>
                </a:ext>
              </a:extLst>
            </p:cNvPr>
            <p:cNvSpPr txBox="1"/>
            <p:nvPr/>
          </p:nvSpPr>
          <p:spPr>
            <a:xfrm>
              <a:off x="3139699" y="4456866"/>
              <a:ext cx="2272871" cy="22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38"/>
                </a:lnSpc>
              </a:pPr>
              <a:r>
                <a:rPr lang="en-US" sz="1200" b="1" dirty="0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Abdul Aziz Md</a:t>
              </a: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4094A52A-31D4-B030-C8BD-9B0ACB0083E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109" t="6546" r="28551" b="49509"/>
          <a:stretch>
            <a:fillRect/>
          </a:stretch>
        </p:blipFill>
        <p:spPr>
          <a:xfrm>
            <a:off x="447718" y="4346948"/>
            <a:ext cx="375815" cy="381063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18150B14-0B49-9E22-C961-786A40F27A84}"/>
              </a:ext>
            </a:extLst>
          </p:cNvPr>
          <p:cNvGrpSpPr/>
          <p:nvPr/>
        </p:nvGrpSpPr>
        <p:grpSpPr>
          <a:xfrm>
            <a:off x="553555" y="362916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9016EA03-A173-06E1-C2CA-FF7DC65A3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>
              <a:extLst>
                <a:ext uri="{FF2B5EF4-FFF2-40B4-BE49-F238E27FC236}">
                  <a16:creationId xmlns:a16="http://schemas.microsoft.com/office/drawing/2014/main" id="{B084208C-F6C2-47AC-3616-A62F69B53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pic>
        <p:nvPicPr>
          <p:cNvPr id="46" name="Picture 45">
            <a:extLst>
              <a:ext uri="{FF2B5EF4-FFF2-40B4-BE49-F238E27FC236}">
                <a16:creationId xmlns:a16="http://schemas.microsoft.com/office/drawing/2014/main" id="{21A2EF52-784B-5BFA-EB88-FB9E7588BFF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19729"/>
          <a:stretch>
            <a:fillRect/>
          </a:stretch>
        </p:blipFill>
        <p:spPr>
          <a:xfrm>
            <a:off x="96262" y="552383"/>
            <a:ext cx="3668638" cy="1790915"/>
          </a:xfrm>
          <a:prstGeom prst="rect">
            <a:avLst/>
          </a:prstGeom>
        </p:spPr>
      </p:pic>
      <p:pic>
        <p:nvPicPr>
          <p:cNvPr id="26" name="Picture 25" descr="Supply Chain Management System - Forceget Supply Chain Logistics">
            <a:extLst>
              <a:ext uri="{FF2B5EF4-FFF2-40B4-BE49-F238E27FC236}">
                <a16:creationId xmlns:a16="http://schemas.microsoft.com/office/drawing/2014/main" id="{400E0B74-2DD6-DFE2-888B-43771DB7009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7900" y="1285650"/>
            <a:ext cx="2333700" cy="23472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1223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E6E"/>
          </a:solidFill>
          <a:ln w="12700">
            <a:solidFill>
              <a:srgbClr val="1B2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0"/>
            <a:ext cx="2743200" cy="47548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0"/>
            <a:ext cx="164592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6576"/>
            <a:ext cx="1234440" cy="4023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6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57200" y="1280160"/>
            <a:ext cx="3840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/>
                <a:ea typeface="Calibri"/>
                <a:cs typeface="Calibri"/>
              </a:rPr>
              <a:t>01  </a:t>
            </a:r>
            <a:r>
              <a:rPr lang="en-US" sz="140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Abstract 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Key KPIs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Regional Intelligence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Risk &amp; Compliance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868680"/>
            <a:ext cx="393192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E6E"/>
          </a:solidFill>
          <a:ln w="12700">
            <a:solidFill>
              <a:srgbClr val="1B2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0"/>
            <a:ext cx="2743200" cy="47548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0"/>
            <a:ext cx="164592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6576"/>
            <a:ext cx="1234440" cy="4023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6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57200" y="1298448"/>
            <a:ext cx="42976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domain: Power BI | Part of the AICW Fellowship Program by Edunet Foundation, Microsoft, LinkedIn &amp; SAP.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2,263 cleaned order records × 48 fields covering Pacific Asia — Southeast Asia, Oceania, Eastern Asia &amp; South Asia (Dec 2017 – Dec 2018).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Microsoft Power BI Desktop with DAX measures, custom visuals and AI-powered features (Key Influencers, Smart Narrative, Decomposition Tree).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9-page interactive dashboard covering Executive KPIs, Regional Intelligence, Product &amp; Category, Shipping &amp; Delivery, Customer Analytics, Risk &amp; Compliance, Root Cause, Order Detail, and Business Insights.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Revenue: $390,818 | Net Profit: $39,502 | Late Delivery Rate: 56.6% — insights drive operational decisions across the supply chain.</a:t>
            </a:r>
            <a:endParaRPr lang="en-US" sz="1200" dirty="0"/>
          </a:p>
        </p:txBody>
      </p:sp>
      <p:pic>
        <p:nvPicPr>
          <p:cNvPr id="10" name="Picture 9" descr="The 5 Components of Supply Chain Management">
            <a:extLst>
              <a:ext uri="{FF2B5EF4-FFF2-40B4-BE49-F238E27FC236}">
                <a16:creationId xmlns:a16="http://schemas.microsoft.com/office/drawing/2014/main" id="{72BECB83-16C7-FBDC-5B92-C746443CFD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8400" y="1381021"/>
            <a:ext cx="3557699" cy="23859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E6E"/>
          </a:solidFill>
          <a:ln w="12700">
            <a:solidFill>
              <a:srgbClr val="1B2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0"/>
            <a:ext cx="2743200" cy="47548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0"/>
            <a:ext cx="164592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6576"/>
            <a:ext cx="1234440" cy="4023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6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57200" y="1298448"/>
            <a:ext cx="45720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56.6% Late Delivery Rate: Over 1,281 of 2,263 orders face delivery failure, directly eroding customer satisfaction across all four regions.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Mode Paradox: First Class shipping — the premium tier — has a 97.5% late delivery rate; Second Class reaches 78.7%, indicating systemic carrier failure.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Profit Imbalance: Eastern Asia generates only $4,031 profit vs. Oceania's $13,260 despite comparable order counts — signalling structural cost inefficiencies.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Discount-Driven Value Destruction: Men's Clothing shows a -17.9% avg. profit ratio; excessive discounting is generating orders at a net loss.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&amp; Compliance Risk: 45 orders flagged as SUSPECTED_FRAUD and 48 CANCELED — direct revenue loss with no systematic monitoring in place.</a:t>
            </a:r>
            <a:endParaRPr lang="en-US" sz="1300" dirty="0"/>
          </a:p>
        </p:txBody>
      </p:sp>
      <p:pic>
        <p:nvPicPr>
          <p:cNvPr id="10" name="Picture 9" descr="Supply Chain Management In 2024: An Overview Guide - VNMT">
            <a:extLst>
              <a:ext uri="{FF2B5EF4-FFF2-40B4-BE49-F238E27FC236}">
                <a16:creationId xmlns:a16="http://schemas.microsoft.com/office/drawing/2014/main" id="{2EFB2026-A5F5-388E-DE6D-10CC5784B5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7900" y="1524342"/>
            <a:ext cx="3557700" cy="22298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E6E"/>
          </a:solidFill>
          <a:ln w="12700">
            <a:solidFill>
              <a:srgbClr val="1B2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0"/>
            <a:ext cx="2743200" cy="47548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0"/>
            <a:ext cx="164592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6576"/>
            <a:ext cx="1234440" cy="4023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6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57200" y="123444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9-page interactive Power BI dashboard transforms raw Pacific Asia supply chain data into actionable business intelligence — enabling supply chain managers, logistics teams and executives to make evidence-based decisions.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194560"/>
            <a:ext cx="54864" cy="384048"/>
          </a:xfrm>
          <a:prstGeom prst="rect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4360" y="21945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6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Cleaning: 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993392" y="21945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issue categories resolved — dates, discounts, nulls, types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2715768"/>
            <a:ext cx="54864" cy="384048"/>
          </a:xfrm>
          <a:prstGeom prst="rect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94360" y="271576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6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Measures: 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993392" y="271576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KPIs: Revenue, Profit, Late %, Fraud, Loss Impact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236976"/>
            <a:ext cx="54864" cy="384048"/>
          </a:xfrm>
          <a:prstGeom prst="rect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94360" y="323697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6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9-Page Dashboard: 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993392" y="323697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 Summary → Regional → Product → Shipping → Customer → Risk → Root Cause → Detail → Insights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758184"/>
            <a:ext cx="54864" cy="384048"/>
          </a:xfrm>
          <a:prstGeom prst="rect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94360" y="375818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b="1">
                <a:solidFill>
                  <a:srgbClr val="1565C8"/>
                </a:solidFill>
                <a:latin typeface="Calibri"/>
                <a:ea typeface="Calibri"/>
                <a:cs typeface="Calibri"/>
              </a:rPr>
              <a:t>Special visuals</a:t>
            </a:r>
            <a:endParaRPr lang="en-US" sz="1200" b="1" dirty="0">
              <a:solidFill>
                <a:srgbClr val="1565C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993392" y="375818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Key Influencers, smart Narrative &amp; Decomposition Tree built in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57200" y="4279392"/>
            <a:ext cx="54864" cy="384048"/>
          </a:xfrm>
          <a:prstGeom prst="rect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94360" y="427939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6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Recommendations: 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993392" y="42793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restructure, discount cap, regional strategy, fraud alerts</a:t>
            </a:r>
            <a:endParaRPr lang="en-US" sz="1200" dirty="0"/>
          </a:p>
        </p:txBody>
      </p:sp>
      <p:pic>
        <p:nvPicPr>
          <p:cNvPr id="25" name="Picture 24" descr="Supply Chain Management">
            <a:extLst>
              <a:ext uri="{FF2B5EF4-FFF2-40B4-BE49-F238E27FC236}">
                <a16:creationId xmlns:a16="http://schemas.microsoft.com/office/drawing/2014/main" id="{F2A951BA-D1EC-12FD-7902-6605B219C7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9900" y="1543770"/>
            <a:ext cx="3112200" cy="2343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E6E"/>
          </a:solidFill>
          <a:ln w="12700">
            <a:solidFill>
              <a:srgbClr val="1B2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0"/>
            <a:ext cx="2743200" cy="47548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0"/>
            <a:ext cx="164592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6576"/>
            <a:ext cx="1234440" cy="4023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6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274320" y="1293948"/>
            <a:ext cx="4178520" cy="1632132"/>
          </a:xfrm>
          <a:prstGeom prst="rect">
            <a:avLst/>
          </a:prstGeom>
          <a:solidFill>
            <a:srgbClr val="EFF4FC"/>
          </a:solidFill>
          <a:ln w="12700">
            <a:solidFill>
              <a:srgbClr val="C8D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74320" y="1298448"/>
            <a:ext cx="201168" cy="1627632"/>
          </a:xfrm>
          <a:prstGeom prst="rect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812760" y="1298448"/>
            <a:ext cx="6400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8640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 / Source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1723716"/>
            <a:ext cx="2201040" cy="854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Pacific_Asia_CLEAN.xlsx — 2,263 rows × 48 cols. </a:t>
            </a:r>
            <a:r>
              <a:rPr lang="en-US" sz="1100" err="1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Orders_CLEAN</a:t>
            </a:r>
            <a:r>
              <a:rPr lang="en-US" sz="1100" dirty="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 sheet + </a:t>
            </a:r>
            <a:r>
              <a:rPr lang="en-US" sz="110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Regional Intelligence</a:t>
            </a:r>
            <a:r>
              <a:rPr lang="en-US" sz="1100" dirty="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 lookup (GDP, Urbanization, Logistics scores for 20 region-country pairs).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663440" y="1298448"/>
            <a:ext cx="4160520" cy="1627632"/>
          </a:xfrm>
          <a:prstGeom prst="rect">
            <a:avLst/>
          </a:prstGeom>
          <a:solidFill>
            <a:srgbClr val="EFF4FC"/>
          </a:solidFill>
          <a:ln w="12700">
            <a:solidFill>
              <a:srgbClr val="C8D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663440" y="1298448"/>
            <a:ext cx="201168" cy="1627632"/>
          </a:xfrm>
          <a:prstGeom prst="rect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183880" y="1298448"/>
            <a:ext cx="6400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937760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2E6E"/>
                </a:solidFill>
                <a:latin typeface="Calibri"/>
                <a:ea typeface="Calibri"/>
                <a:cs typeface="Calibri"/>
              </a:rPr>
              <a:t>Pre-Processing 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937760" y="1728216"/>
            <a:ext cx="21605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for ETL validation. DAX Measures Table with 20+ calculations: Total Sales, Profit, Late Delivery %, Profit Ratio, Fraud Count, Loss Orders, Customer Count.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74320" y="3063240"/>
            <a:ext cx="4160520" cy="1627632"/>
          </a:xfrm>
          <a:prstGeom prst="rect">
            <a:avLst/>
          </a:prstGeom>
          <a:solidFill>
            <a:srgbClr val="EFF4FC"/>
          </a:solidFill>
          <a:ln w="12700">
            <a:solidFill>
              <a:srgbClr val="C8D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274320" y="3063240"/>
            <a:ext cx="201168" cy="1627632"/>
          </a:xfrm>
          <a:prstGeom prst="rect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3794760" y="3063240"/>
            <a:ext cx="6400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48640" y="31363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1B2E6E"/>
                </a:solidFill>
                <a:latin typeface="Calibri"/>
                <a:ea typeface="Calibri"/>
                <a:cs typeface="Calibri"/>
              </a:rPr>
              <a:t>Analysis &amp; AI -Tool Integration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48640" y="3475008"/>
            <a:ext cx="2210040" cy="113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Key Influencers visual identifies First Class shipping as #1 late delivery driver. Smart Narrative auto-generates executive summaries. Decomposition Tree for root cause drill-down.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663440" y="3063240"/>
            <a:ext cx="4160520" cy="1627632"/>
          </a:xfrm>
          <a:prstGeom prst="rect">
            <a:avLst/>
          </a:prstGeom>
          <a:solidFill>
            <a:srgbClr val="EFF4FC"/>
          </a:solidFill>
          <a:ln w="12700">
            <a:solidFill>
              <a:srgbClr val="C8D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663440" y="3063240"/>
            <a:ext cx="201168" cy="1627632"/>
          </a:xfrm>
          <a:prstGeom prst="rect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8183880" y="3063240"/>
            <a:ext cx="6400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937760" y="31363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Dashboard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937760" y="3479508"/>
            <a:ext cx="2309040" cy="1129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9-page interactive report with 80+ visuals: KPI cards, column/bar, donut, treemap, funnel, gauge, waterfall, scatter, ribbon, maps, pivot table, drill-through table.</a:t>
            </a:r>
            <a:endParaRPr lang="en-US" sz="1100" dirty="0"/>
          </a:p>
        </p:txBody>
      </p:sp>
      <p:pic>
        <p:nvPicPr>
          <p:cNvPr id="28" name="Picture 27" descr="Input data - Free ui icons">
            <a:extLst>
              <a:ext uri="{FF2B5EF4-FFF2-40B4-BE49-F238E27FC236}">
                <a16:creationId xmlns:a16="http://schemas.microsoft.com/office/drawing/2014/main" id="{F90C1666-AC22-CF94-7136-7FC46BC0D9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0100" y="1447350"/>
            <a:ext cx="1339800" cy="1330800"/>
          </a:xfrm>
          <a:prstGeom prst="rect">
            <a:avLst/>
          </a:prstGeom>
        </p:spPr>
      </p:pic>
      <p:pic>
        <p:nvPicPr>
          <p:cNvPr id="29" name="Picture 28" descr="Download Free Processed data Icons in PNG &amp; SVG">
            <a:extLst>
              <a:ext uri="{FF2B5EF4-FFF2-40B4-BE49-F238E27FC236}">
                <a16:creationId xmlns:a16="http://schemas.microsoft.com/office/drawing/2014/main" id="{C731A18D-CCF2-1F26-3206-8C6A9DE2C1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2100" y="1694850"/>
            <a:ext cx="903300" cy="916800"/>
          </a:xfrm>
          <a:prstGeom prst="rect">
            <a:avLst/>
          </a:prstGeom>
        </p:spPr>
      </p:pic>
      <p:pic>
        <p:nvPicPr>
          <p:cNvPr id="30" name="Picture 29" descr="Data Analysis - Free computer icons">
            <a:extLst>
              <a:ext uri="{FF2B5EF4-FFF2-40B4-BE49-F238E27FC236}">
                <a16:creationId xmlns:a16="http://schemas.microsoft.com/office/drawing/2014/main" id="{8D1B16AD-6116-A756-1846-994A243FBB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7800" y="3494550"/>
            <a:ext cx="948900" cy="957900"/>
          </a:xfrm>
          <a:prstGeom prst="rect">
            <a:avLst/>
          </a:prstGeom>
        </p:spPr>
      </p:pic>
      <p:pic>
        <p:nvPicPr>
          <p:cNvPr id="31" name="Picture 30" descr="Dashboard xnimrodx Blue icon | Freepik">
            <a:extLst>
              <a:ext uri="{FF2B5EF4-FFF2-40B4-BE49-F238E27FC236}">
                <a16:creationId xmlns:a16="http://schemas.microsoft.com/office/drawing/2014/main" id="{A2FB06FA-5BFE-3E8D-AD0A-EB6B4654EB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4100" y="3407850"/>
            <a:ext cx="1077300" cy="1126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E6E"/>
          </a:solidFill>
          <a:ln w="12700">
            <a:solidFill>
              <a:srgbClr val="1B2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0"/>
            <a:ext cx="2743200" cy="47548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0"/>
            <a:ext cx="164592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6576"/>
            <a:ext cx="1234440" cy="4023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6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Executive KPIs &amp; Key Findings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65760" y="1234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Page · 9-Page Power BI Dashboard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1572768"/>
            <a:ext cx="2011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74320" y="1572768"/>
            <a:ext cx="2011680" cy="128016"/>
          </a:xfrm>
          <a:prstGeom prst="rect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74320" y="1700784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1565C8"/>
                </a:solidFill>
                <a:latin typeface="Calibri"/>
                <a:ea typeface="Calibri"/>
                <a:cs typeface="Calibri"/>
              </a:rPr>
              <a:t>$390.82K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274320" y="22860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B2E6E"/>
                </a:solidFill>
                <a:latin typeface="Calibri"/>
                <a:ea typeface="Calibri"/>
                <a:cs typeface="Calibri"/>
              </a:rPr>
              <a:t>Total sales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74320" y="2578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2,263 orders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450592" y="1572768"/>
            <a:ext cx="2011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450592" y="1572768"/>
            <a:ext cx="2011680" cy="12801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450592" y="1700784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1A7A4A"/>
                </a:solidFill>
                <a:latin typeface="Calibri"/>
                <a:ea typeface="Calibri"/>
                <a:cs typeface="Calibri"/>
              </a:rPr>
              <a:t>$39.50k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2450592" y="22860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450592" y="2578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A6A80"/>
                </a:solidFill>
                <a:latin typeface="Calibri"/>
                <a:ea typeface="Calibri"/>
                <a:cs typeface="Calibri"/>
              </a:rPr>
              <a:t>10% overall margin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4626864" y="1572768"/>
            <a:ext cx="2011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626864" y="1572768"/>
            <a:ext cx="2011680" cy="1280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626864" y="1700784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57%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626864" y="22860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Rate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626864" y="2578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1,281 orders at risk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803136" y="1572768"/>
            <a:ext cx="2011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803136" y="1572768"/>
            <a:ext cx="2011680" cy="128016"/>
          </a:xfrm>
          <a:prstGeom prst="rect">
            <a:avLst/>
          </a:prstGeom>
          <a:solidFill>
            <a:srgbClr val="1B2E6E"/>
          </a:solidFill>
          <a:ln w="12700">
            <a:solidFill>
              <a:srgbClr val="1B2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803136" y="1700784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$172.70</a:t>
            </a:r>
            <a:endParaRPr lang="en-US" sz="2800" dirty="0"/>
          </a:p>
        </p:txBody>
      </p:sp>
      <p:sp>
        <p:nvSpPr>
          <p:cNvPr id="27" name="Text 24"/>
          <p:cNvSpPr/>
          <p:nvPr/>
        </p:nvSpPr>
        <p:spPr>
          <a:xfrm>
            <a:off x="6803136" y="22860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803136" y="2578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order item</a:t>
            </a:r>
            <a:endParaRPr lang="en-US" sz="100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274320" y="2999232"/>
          <a:ext cx="420624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0" name="Chart 1"/>
          <p:cNvGraphicFramePr/>
          <p:nvPr/>
        </p:nvGraphicFramePr>
        <p:xfrm>
          <a:off x="4663440" y="2999232"/>
          <a:ext cx="420624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E6E"/>
          </a:solidFill>
          <a:ln w="12700">
            <a:solidFill>
              <a:srgbClr val="1B2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0"/>
            <a:ext cx="2743200" cy="47548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0"/>
            <a:ext cx="164592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6576"/>
            <a:ext cx="1234440" cy="4023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6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Regional Intelligence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65760" y="1234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Intelligence Page · GDP, Logistics Score &amp; Late Delivery Analysis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72768"/>
          <a:ext cx="8595360" cy="16459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GDP/Capita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Urbanisation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Logistics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 Delivery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Profit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Oceania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$13,260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Eastern Asia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$4,031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Asia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$12,607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 Asia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$9,603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Chart 0"/>
          <p:cNvGraphicFramePr/>
          <p:nvPr>
            <p:extLst>
              <p:ext uri="{D42A27DB-BD31-4B8C-83A1-F6EECF244321}">
                <p14:modId xmlns:p14="http://schemas.microsoft.com/office/powerpoint/2010/main" val="3683015455"/>
              </p:ext>
            </p:extLst>
          </p:nvPr>
        </p:nvGraphicFramePr>
        <p:xfrm>
          <a:off x="274320" y="3436668"/>
          <a:ext cx="4114800" cy="1382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Chart 1"/>
          <p:cNvGraphicFramePr/>
          <p:nvPr/>
        </p:nvGraphicFramePr>
        <p:xfrm>
          <a:off x="4663440" y="3630168"/>
          <a:ext cx="4206240" cy="118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E6E"/>
          </a:solidFill>
          <a:ln w="12700">
            <a:solidFill>
              <a:srgbClr val="1B2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0"/>
            <a:ext cx="2743200" cy="47548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0"/>
            <a:ext cx="164592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6576"/>
            <a:ext cx="1234440" cy="4023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6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Shipping, Risk &amp; Business Insights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65760" y="1234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&amp; Delivery · Risk &amp; Compliance · Business Insights Pages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1572768"/>
            <a:ext cx="15727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74320" y="1572768"/>
            <a:ext cx="1572768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74320" y="168249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1,281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74320" y="215798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Deliveries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993392" y="1572768"/>
            <a:ext cx="15727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993392" y="1572768"/>
            <a:ext cx="1572768" cy="1097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993392" y="168249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993392" y="215798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Suspected Fraud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712464" y="1572768"/>
            <a:ext cx="15727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712464" y="1572768"/>
            <a:ext cx="1572768" cy="10972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712464" y="168249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3712464" y="215798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Orders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31536" y="1572768"/>
            <a:ext cx="15727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431536" y="1572768"/>
            <a:ext cx="1572768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431536" y="168249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56.6%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5431536" y="215798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Late Rate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150608" y="1572768"/>
            <a:ext cx="15727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7150608" y="1572768"/>
            <a:ext cx="1572768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150608" y="168249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97.5%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7150608" y="215798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Class Late Rate</a:t>
            </a:r>
            <a:endParaRPr lang="en-US" sz="100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274320" y="2697480"/>
          <a:ext cx="41148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0" name="Chart 1"/>
          <p:cNvGraphicFramePr/>
          <p:nvPr/>
        </p:nvGraphicFramePr>
        <p:xfrm>
          <a:off x="4663440" y="2697480"/>
          <a:ext cx="420624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E6E"/>
          </a:solidFill>
          <a:ln w="12700">
            <a:solidFill>
              <a:srgbClr val="1B2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0"/>
            <a:ext cx="2743200" cy="47548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0"/>
            <a:ext cx="164592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6576"/>
            <a:ext cx="1234440" cy="4023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6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of Project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6576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an overview of key dashboard pages and features: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74320" y="1572768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74320" y="1572768"/>
            <a:ext cx="2743200" cy="530352"/>
          </a:xfrm>
          <a:prstGeom prst="rect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65760" y="1591056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02336" y="2157984"/>
            <a:ext cx="2487168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vs Profit trend, Order Status donut, Revenue by Department &amp; Customer Segment KPI cards — total $390K revenue, $39.5K profit.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18688" y="1572768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218688" y="1572768"/>
            <a:ext cx="2743200" cy="5303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310128" y="1591056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Intelligence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346704" y="2157984"/>
            <a:ext cx="2487168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vs Profit Ratio scatter, Late Delivery funnel, Sales ribbon chart &amp; geographic map showing SE Asia &amp; Oceania leading at $108K+ each.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163056" y="1572768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163056" y="1572768"/>
            <a:ext cx="2743200" cy="53035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254496" y="1591056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Compliance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291072" y="2157984"/>
            <a:ext cx="2487168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for fraud (45), cancellations (48), late deliveries (1,281). Waterfall chart quantifying profit loss. Discount-Profit scatter analysis.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E6E"/>
          </a:solidFill>
          <a:ln w="12700">
            <a:solidFill>
              <a:srgbClr val="1B2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0"/>
            <a:ext cx="2743200" cy="47548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0"/>
            <a:ext cx="164592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6576"/>
            <a:ext cx="1234440" cy="4023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6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Project Demo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1645920" y="1389888"/>
            <a:ext cx="5852160" cy="3108960"/>
          </a:xfrm>
          <a:prstGeom prst="rect">
            <a:avLst/>
          </a:prstGeom>
          <a:solidFill>
            <a:srgbClr val="EDF2FB"/>
          </a:solidFill>
          <a:ln w="12700">
            <a:solidFill>
              <a:srgbClr val="AACB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023360" y="2103120"/>
            <a:ext cx="1097280" cy="1097280"/>
          </a:xfrm>
          <a:prstGeom prst="line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023360" y="21031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1737360" y="329184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your project demo video here.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or link to your live dashboard recording.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286000" y="39319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565C8"/>
                </a:solidFill>
                <a:ea typeface="+mn-lt"/>
                <a:cs typeface="+mn-lt"/>
                <a:hlinkClick r:id="rId4"/>
              </a:rPr>
              <a:t>https://drive.google.com/file/d/1VmDrhrvCXQ8f_ZxnENeDtQFg8Jr9vexO/view?usp=drive_link</a:t>
            </a:r>
            <a:r>
              <a:rPr lang="en-US" sz="1200" dirty="0">
                <a:solidFill>
                  <a:srgbClr val="1565C8"/>
                </a:solidFill>
                <a:ea typeface="+mn-lt"/>
                <a:cs typeface="+mn-lt"/>
              </a:rPr>
              <a:t> 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E6E"/>
          </a:solidFill>
          <a:ln w="12700">
            <a:solidFill>
              <a:srgbClr val="1B2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0"/>
            <a:ext cx="2743200" cy="47548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0"/>
            <a:ext cx="164592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6576"/>
            <a:ext cx="1234440" cy="4023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6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57200" y="129844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successfully delivered a 9-page interactive Power BI dashboard for Pacific Asia supply chain analytics, achieving all six stated objectives.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901952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$390,819 | Net profit $39,502 | 10.1% margin across 2,263 orders.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56.6% late delivery rate — the most critical operational failure across all four regions.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Class shipping paradox: 97.5% late delivery rate — worst performer despite premium pricing.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Oceania is most profitable ($13,260); Eastern Asia underperforms at only $4,031 profit.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Electronics leads profit ratio (24.3%); Men's Clothing destroys value at -17.9%.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project objectives achieved — data cleaned, 20+ DAX measures built, 9 dashboard pages delivered.</a:t>
            </a:r>
            <a:endParaRPr lang="en-US" sz="12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1005840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E6E"/>
          </a:solidFill>
          <a:ln w="12700">
            <a:solidFill>
              <a:srgbClr val="1B2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0"/>
            <a:ext cx="2743200" cy="47548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0"/>
            <a:ext cx="164592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6576"/>
            <a:ext cx="1234440" cy="4023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6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274320" y="1362456"/>
            <a:ext cx="310896" cy="310896"/>
          </a:xfrm>
          <a:prstGeom prst="line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74320" y="1362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8368" y="1325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6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Pipelines: 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148840" y="1325880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Power Automate or REST API connections for live dashboard refresh and real-time delivery alerts.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4320" y="2029968"/>
            <a:ext cx="310896" cy="310896"/>
          </a:xfrm>
          <a:prstGeom prst="line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74320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58368" y="19933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6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ML Models: 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148840" y="1993392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Python/R integration in Power BI to forecast late delivery risk at order placement — using shipping mode, region &amp; discount as inputs.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74320" y="2697480"/>
            <a:ext cx="310896" cy="310896"/>
          </a:xfrm>
          <a:prstGeom prst="line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74320" y="2697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58368" y="266090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6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Geography: 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148840" y="2660904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broader APAC including North Asia, Central Asia and additional ASEAN markets for pan-regional intelligence.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74320" y="3364992"/>
            <a:ext cx="310896" cy="310896"/>
          </a:xfrm>
          <a:prstGeom prst="line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274320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58368" y="332841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6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Apps Interface: 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2148840" y="3328416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mobile Power Apps interface for frontline logistics staff to update order status and trigger compliance alerts directly.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274320" y="4032504"/>
            <a:ext cx="310896" cy="310896"/>
          </a:xfrm>
          <a:prstGeom prst="line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274320" y="4032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58368" y="39959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6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DAX Library: 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2148840" y="3995928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measure framework as a reusable Power BI template deployable across other supply chain markets.</a:t>
            </a:r>
            <a:endParaRPr lang="en-US" sz="120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960120"/>
            <a:ext cx="28346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E6E"/>
          </a:solidFill>
          <a:ln w="12700">
            <a:solidFill>
              <a:srgbClr val="1B2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0"/>
            <a:ext cx="2743200" cy="47548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0"/>
            <a:ext cx="164592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6576"/>
            <a:ext cx="1234440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155448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B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0" y="3108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kern="0" spc="2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AICW Fellowship  |  Student Project Presentation 2026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0" y="3639312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6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 |  Edunet Foundation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4160520"/>
            <a:ext cx="1463040" cy="365760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4096512"/>
            <a:ext cx="1645920" cy="50292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1185</Words>
  <Application>Microsoft Office PowerPoint</Application>
  <PresentationFormat>On-screen Show (16:9)</PresentationFormat>
  <Paragraphs>173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Pacific Asia Supply Chain Analytics</dc:title>
  <dc:subject>PptxGenJS Presentation</dc:subject>
  <dc:creator>AICW Fellowship</dc:creator>
  <cp:lastModifiedBy>PULKIT  GARG</cp:lastModifiedBy>
  <cp:revision>82</cp:revision>
  <dcterms:created xsi:type="dcterms:W3CDTF">2026-04-05T09:47:32Z</dcterms:created>
  <dcterms:modified xsi:type="dcterms:W3CDTF">2026-04-09T06:55:52Z</dcterms:modified>
</cp:coreProperties>
</file>